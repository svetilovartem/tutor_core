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nate_dumlao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askmedicare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askmedicare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eljeanty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ellysikkema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towfiqu999999?utm_source=presentacium&amp;utm_medium=referral" TargetMode="External"/><Relationship Id="rId4" Type="http://schemas.openxmlformats.org/officeDocument/2006/relationships/hyperlink" Target="https://unsplash.com/?utm_source=presentacium&amp;utm_medium=referral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73" y="498764"/>
            <a:ext cx="5636029" cy="55333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65818" y="1034935"/>
            <a:ext cx="4821382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История гигиены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7065818" y="2115589"/>
            <a:ext cx="4821382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презентации мы рассмотрим эволюцию гигиенических норм и практик, начиная с древних времён и заканчивая современностью. Особое внимание будет уделено влиянию культурных и социальных факторов на формирование гигиенических стандартов в различных эпохах. Также мы обсудим актуальные гигиенические нормы и перспективы их развития в будущем.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065818" y="4775662"/>
            <a:ext cx="48213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Nathan Dumlao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218" y="1080655"/>
            <a:ext cx="3308465" cy="33084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-45720"/>
            <a:ext cx="6650182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Древний мир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868680"/>
            <a:ext cx="35744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Древнем мире гигиена была тесно связана с религиозными и культурными практиками.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562109" y="868680"/>
            <a:ext cx="3574473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Например, в Древнем Египте и Вавилоне существовали ритуалы очищения, которые помогали поддерживать здоровье и предотвращать распространение болезней.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4609407"/>
            <a:ext cx="10806545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Гигиенические нормы и обычаи варьировались в зависимости от региона, но все они способствовали формированию основ санитарии и личной гигиены.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Maskmedicare Shop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203662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Гигиена в античности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450571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античности гигиена была тесно связана с религиозными и культурными традициями, что определяло основные подходы к поддержанию здоровья.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697480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Древние греки и римляне придавали большое значение чистоте тела и общественным баням, которые служили не только местом для купания, но и социальными центрами.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62850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Однако уровень санитарных условий в городах часто оставлял желать лучшего, что приводило к частым эпидемиям и болезням.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4" y="415636"/>
            <a:ext cx="3308465" cy="58250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Гигиена в средние века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696691" y="1866207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Средние века гигиена находилась на низком уровне из-за отсутствия современных технологий и научных знаний. Люди использовали примитивные методы очистки и дезинфекции, такие как кипячение воды и обработка ран целебными мазями на основе трав.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696691" y="3528753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Эпидемии и болезни были распространены, что подчёркивало необходимость развития гигиенических практик и санитарных норм.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Maskmedicare Shop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536171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Гигиенические реформы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866207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эпоху Средневековья понимание гигиены было ограничено, однако с развитием медицины и науки в Новое время начались значительные гигиенические реформы.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029989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Они включали улучшение санитарных условий в городах, внедрение систем канализации и водоснабжения, что стало важным шагом на пути к современному пониманию гигиены. Благодаря этим реформам удалось существенно снизить уровень заболеваемости и смертности, что положило начало новым подходам к профилактике болезней.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4" y="415636"/>
            <a:ext cx="3308465" cy="60416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Развитие гигиены в новое время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696691" y="1866207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Новое время гигиена начала активно развиваться благодаря научным открытиям и индустриализации. Появились первые санитарно-эпидемиологические службы, которые контролировали качество питьевой воды и соблюдение санитарных норм в городах.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696691" y="3528753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Важную роль в распространении гигиенических знаний сыграли печатные издания и образовательные программы, направленные на повышение осведомлённости населения о важности личной гигиены.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696691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Mélissa Jeanty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203662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Личная гигиена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450571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Личная гигиена как система правил и норм поведения начала формироваться в древних цивилизациях, где чистота тела и одежды считалась неотъемлемой частью здорового образа жизни.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450571"/>
            <a:ext cx="4156364" cy="2676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С развитием медицины и научных знаний в эпоху Просвещения личная гигиена приобрела особое значение, став основой профилактики инфекционных заболеваний и поддержания общественного здоровья. В современном мире личная гигиена остаётся актуальной и включает в себя комплекс мер, направленных на сохранение здоровья и предотвращение распространения болезней.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23702"/>
            <a:ext cx="4651277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8909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Общественная гигиена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818909" y="186620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Общественная гигиена как система профилактических мер зародилась в древности и была тесно связана с религиозными и культурными традициями.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818909" y="3528753"/>
            <a:ext cx="5818909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 протяжении веков гигиена формировалась под влиянием наблюдений за распространением болезней и постепенно развивалась благодаря трудам учёных и врачей, которые изучали причины заболеваний и разрабатывали методы их предотвращения. В современном понимании общественная гигиена стала неотъемлемой частью здравоохранения, обеспечивая контроль за санитарными условиями и способствуя улучшению качества жизни людей.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5706687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Kelly Sikkema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203662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Современные гигиенические стандарты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450571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Современные гигиенические стандарты основаны на принципах профилактики заболеваний и включают в себя комплексные меры по обеспечению чистоты и санитарии.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450571"/>
            <a:ext cx="4156364" cy="2676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Они опираются на научные исследования и международный опыт, что позволяет внедрять эффективные методы борьбы с распространением инфекций и поддерживать здоровье населения на высоком уровне. Соблюдение этих стандартов способствует формированию культуры гигиены, которая является неотъемлемой частью современного общества.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891" y="415636"/>
            <a:ext cx="3305445" cy="601858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868680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Будущее гигиены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86620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В будущем гигиена станет ещё более персонализированной и технологичной благодаря развитию искусственного интеллекта и цифровых технологий.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31273" y="2797233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Умные устройства и приложения будут помогать людям отслеживать состояние здоровья, анализировать данные и предлагать индивидуальные рекомендации по уходу за собой.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28258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Это позволит создать более эффективные и безопасные гигиенические практики, адаптированные под потребности каждого человека.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5606935"/>
            <a:ext cx="581890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фото: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Towfiqu barbhuiya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на </a:t>
            </a:r>
            <a:pPr algn="l" indent="0" marL="0">
              <a:buNone/>
            </a:pPr>
            <a:r>
              <a:rPr lang="en-US" sz="1400" u="sng" dirty="0">
                <a:solidFill>
                  <a:srgbClr val="0000EE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1866207"/>
            <a:ext cx="9975273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113116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эволюцию гигиенических норм от древности до наших дней. Мы увидели, как менялось понимание гигиены, какие реформы способствовали её развитию и какие стандарты существуют в современном мире. Надеемся, что информация была полезной и вдохновит на дальнейшее изучение этой важной темы.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2026-03-28T06:03:58Z</dcterms:created>
  <dcterms:modified xsi:type="dcterms:W3CDTF">2026-03-28T06:03:58Z</dcterms:modified>
</cp:coreProperties>
</file>